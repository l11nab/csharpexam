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D2E22F3-5793-44CC-843D-4CD9F5C30A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52E247E-57AD-4E00-AEB6-B614E7E684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72BF5-842C-4F13-BC3B-02D9575602D9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19E73B-8E6D-4878-80A6-49FA5D241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F10B22-CC2F-483A-B96F-D006C1909C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1154A-F4E7-47EA-B69A-E5171C82DE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7618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C501C-40F2-4D70-8F47-E8BBF66F01F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9BB1F-CEDE-4FD2-BA82-95B6D34532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0939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8698D7B-D5E1-4073-8702-DD830CFB59F2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75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FC7C-732A-4043-B55B-A38373CA5919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96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4ED5719-AAB5-40CC-9B0F-E5453036DB0C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8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B0329-69F1-4335-B29B-A391711C0483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8414-DB2E-4DDA-A576-2A15956A0843}" type="datetime1">
              <a:rPr lang="ru-RU" smtClean="0"/>
              <a:t>14.06.2026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71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FBC18-D9BF-4698-AA4D-A774257811A2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697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B7B5A-E004-42DE-890F-22917033EA7B}" type="datetime1">
              <a:rPr lang="ru-RU" smtClean="0"/>
              <a:t>14.06.2026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25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12A19-D980-4880-840D-8143CB48F818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65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3DC8-B555-423B-B9C2-2CD79D405CD0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92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C77-E75B-48A8-B1B0-E6B20FBD1F8E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9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A133641-C5F4-4774-A08D-255BEBB5649E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49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D20D922-138C-46C8-B1AF-C1BF0AA62FB5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5771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C4982BE-59A2-4EC1-AC57-AA14816CAC4D}" type="datetime1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227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79B1-8721-4112-A987-C6A8AF31B3D5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683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BE4B-1CEE-4B03-9CA7-ED502FB8A3BB}" type="datetime1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605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CEE8-F776-450C-AF2D-40C2C0A2EF26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78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3BB9BC-EE98-4589-BB74-572D91A7FCDC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03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F6206-0CE9-4D6C-ABA1-BA5A4207F382}" type="datetime1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EEBD9-0623-40C4-8AE8-D7BF1EF7C5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02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B0E4E-55E2-43A0-92B6-E7ABA956A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923" y="1619363"/>
            <a:ext cx="10502153" cy="2200089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консольного приложения «Словари» на платформе </a:t>
            </a:r>
            <a:r>
              <a:rPr lang="en-US" dirty="0"/>
              <a:t>Microsoft .NET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929DC9-A64A-4CE1-A3D7-894618E2E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923" y="3839866"/>
            <a:ext cx="9448800" cy="685800"/>
          </a:xfrm>
        </p:spPr>
        <p:txBody>
          <a:bodyPr/>
          <a:lstStyle/>
          <a:p>
            <a:r>
              <a:rPr lang="ru-RU" dirty="0"/>
              <a:t>Экзаменационный проект по программированию на языке </a:t>
            </a:r>
            <a:r>
              <a:rPr lang="en-US" dirty="0"/>
              <a:t>C#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AF266-6C04-47B7-A9AE-FBAB2D7BAC55}"/>
              </a:ext>
            </a:extLst>
          </p:cNvPr>
          <p:cNvSpPr txBox="1"/>
          <p:nvPr/>
        </p:nvSpPr>
        <p:spPr>
          <a:xfrm>
            <a:off x="844923" y="4519950"/>
            <a:ext cx="60484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ФИО студента: Самойлов Данила Александрович</a:t>
            </a:r>
          </a:p>
          <a:p>
            <a:r>
              <a:rPr lang="ru-RU" dirty="0"/>
              <a:t>Учебная группа: РПО-2 </a:t>
            </a:r>
          </a:p>
          <a:p>
            <a:r>
              <a:rPr lang="ru-RU" dirty="0"/>
              <a:t>Город</a:t>
            </a:r>
            <a:r>
              <a:rPr lang="en-US" dirty="0"/>
              <a:t>: </a:t>
            </a:r>
            <a:r>
              <a:rPr lang="ru-RU" dirty="0"/>
              <a:t>Иваново</a:t>
            </a:r>
          </a:p>
          <a:p>
            <a:r>
              <a:rPr lang="ru-RU" dirty="0"/>
              <a:t>Год выполнения</a:t>
            </a:r>
            <a:r>
              <a:rPr lang="en-US" dirty="0"/>
              <a:t>: </a:t>
            </a:r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64584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1CB24-19D0-4212-9AD6-8E58C065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5470"/>
            <a:ext cx="6873240" cy="1600200"/>
          </a:xfrm>
        </p:spPr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038A48-32E2-482A-A60F-DA4C55D1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303929"/>
            <a:ext cx="6873240" cy="3451413"/>
          </a:xfrm>
        </p:spPr>
        <p:txBody>
          <a:bodyPr>
            <a:normAutofit/>
          </a:bodyPr>
          <a:lstStyle/>
          <a:p>
            <a:r>
              <a:rPr lang="ru-RU" dirty="0"/>
              <a:t>Цель проекта — разработать консольное приложение для хранения словарей и поиска переводов.</a:t>
            </a:r>
          </a:p>
          <a:p>
            <a:r>
              <a:rPr lang="ru-RU" dirty="0"/>
              <a:t>Функциональные возможности: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создание словарей;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добавление слов и переводов;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поиск перевода;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изменение данных;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удаление данных;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экспорт слов;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сохранение в файл.</a:t>
            </a:r>
          </a:p>
          <a:p>
            <a:endParaRPr lang="ru-RU" dirty="0"/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65549125-AEFB-480A-94D0-7FD34275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625823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260F6-D7F8-42E9-A318-8753FB11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012" y="1382440"/>
            <a:ext cx="6302188" cy="1293028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Постановка задачи. Схема «Структура работы приложения «Словарь»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D16F35-2C98-4C57-AA1E-86B8970FE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71" y="1382440"/>
            <a:ext cx="5275729" cy="5098339"/>
          </a:xfrm>
          <a:prstGeom prst="rect">
            <a:avLst/>
          </a:prstGeom>
        </p:spPr>
      </p:pic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44CE303-52DB-4D39-9623-5DEA74D0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3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806800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381000"/>
            <a:ext cx="6873240" cy="1600200"/>
          </a:xfrm>
        </p:spPr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3094485"/>
          </a:xfrm>
        </p:spPr>
        <p:txBody>
          <a:bodyPr/>
          <a:lstStyle/>
          <a:p>
            <a:r>
              <a:rPr lang="ru-RU" dirty="0"/>
              <a:t>Проект состоит из четырех основных классов: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Program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MenuController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DictionaryService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</a:t>
            </a:r>
            <a:r>
              <a:rPr lang="en-US" dirty="0"/>
              <a:t>DictionaryItem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4</a:t>
            </a:fld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7608B6-A989-4BD4-92DF-71817B8F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340" y="1715812"/>
            <a:ext cx="5053860" cy="362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78395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381000"/>
            <a:ext cx="6873240" cy="1600200"/>
          </a:xfrm>
        </p:spPr>
        <p:txBody>
          <a:bodyPr/>
          <a:lstStyle/>
          <a:p>
            <a:r>
              <a:rPr lang="ru-RU" dirty="0"/>
              <a:t>Модель данных словаря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Для хранения информации используется класс DictionaryItem.</a:t>
            </a:r>
          </a:p>
          <a:p>
            <a:r>
              <a:rPr lang="ru-RU" dirty="0"/>
              <a:t>Он содержит: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слово;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список переводов. </a:t>
            </a:r>
          </a:p>
          <a:p>
            <a:r>
              <a:rPr lang="ru-RU" dirty="0"/>
              <a:t>Одному слову может соответствовать несколько переводов.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5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CAAE37-860F-4761-B149-D019C05E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7" y="3736984"/>
            <a:ext cx="5438504" cy="274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381000"/>
            <a:ext cx="7679036" cy="1600200"/>
          </a:xfrm>
        </p:spPr>
        <p:txBody>
          <a:bodyPr/>
          <a:lstStyle/>
          <a:p>
            <a:r>
              <a:rPr lang="ru-RU" dirty="0"/>
              <a:t>Добавление слов и переводов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При добавлении выполняется проверка: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существует ли слово;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существует ли такой перевод. </a:t>
            </a:r>
          </a:p>
          <a:p>
            <a:r>
              <a:rPr lang="ru-RU" dirty="0"/>
              <a:t>Если слово уже есть, новый перевод добавляется в список.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6</a:t>
            </a:fld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E20D60-1791-4AB6-B0A4-F07325947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7" y="3451413"/>
            <a:ext cx="7584907" cy="318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35394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381000"/>
            <a:ext cx="7679036" cy="1600200"/>
          </a:xfrm>
        </p:spPr>
        <p:txBody>
          <a:bodyPr/>
          <a:lstStyle/>
          <a:p>
            <a:r>
              <a:rPr lang="ru-RU" dirty="0"/>
              <a:t>Поиск перевода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Для поиска используется метод Find</a:t>
            </a:r>
            <a:r>
              <a:rPr lang="en-US" dirty="0"/>
              <a:t>AndShow</a:t>
            </a:r>
            <a:r>
              <a:rPr lang="ru-RU" dirty="0"/>
              <a:t>().</a:t>
            </a:r>
          </a:p>
          <a:p>
            <a:r>
              <a:rPr lang="ru-RU" dirty="0"/>
              <a:t>Поиск выполняется без учета регистра.</a:t>
            </a:r>
          </a:p>
          <a:p>
            <a:r>
              <a:rPr lang="ru-RU" dirty="0"/>
              <a:t>После нахождения выводятся все переводы слова.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7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DB5220-E874-44D6-A8B3-751C5906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7" y="3093006"/>
            <a:ext cx="7280797" cy="35675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DECC26D-93C6-48DE-B570-3C68E809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47747"/>
            <a:ext cx="3657019" cy="272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0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7" y="381000"/>
            <a:ext cx="7679036" cy="1600200"/>
          </a:xfrm>
        </p:spPr>
        <p:txBody>
          <a:bodyPr/>
          <a:lstStyle/>
          <a:p>
            <a:r>
              <a:rPr lang="ru-RU" dirty="0"/>
              <a:t>Изменение и удаление данных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Программа позволяет: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изменять слово;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изменять перевод;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удалять слово;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удалять отдельный перевод.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8</a:t>
            </a:fld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D95C60-202E-4A97-B298-963BB0EC2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7" y="3872753"/>
            <a:ext cx="9230374" cy="223917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3806D2-A6D1-4082-B4AA-D5CA566EA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79" y="4782761"/>
            <a:ext cx="4345077" cy="69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Защита от удаления последнего перевода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Согласно требованиям задания нельзя удалить единственный перевод слова.</a:t>
            </a:r>
          </a:p>
          <a:p>
            <a:r>
              <a:rPr lang="ru-RU" dirty="0"/>
              <a:t>Перед удалением выполняется проверка количества переводов.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9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50CA22-F873-4213-8D8E-28D3E7C8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6" y="2926976"/>
            <a:ext cx="7983152" cy="33546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EA05E5E-A1F2-4782-9691-E571B858F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50" y="5331387"/>
            <a:ext cx="6897063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Работа с файлами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Для хранения словарей используются текстовые файлы.</a:t>
            </a:r>
          </a:p>
          <a:p>
            <a:r>
              <a:rPr lang="ru-RU" dirty="0"/>
              <a:t>Поддерживаются: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сохранение словаря;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загрузка словаря;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экспорт слова.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10</a:t>
            </a:fld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F059F4-AD62-4F6F-BE19-C772DF08F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52" y="3814532"/>
            <a:ext cx="5432448" cy="18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0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Загрузка словаря из файла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В процессе загрузки: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выполняется проверка существования файла;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данные считываются построчно;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создаются объекты словаря;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переводы загружаются в коллекцию.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11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AC7C58-DCA6-49AA-A728-A0FC8513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16" y="2810435"/>
            <a:ext cx="6554866" cy="35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30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Экспорт слова в файл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Пользователь может сохранить отдельное слово и его переводы в отдельный текстовый файл.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12</a:t>
            </a:fld>
            <a:endParaRPr lang="ru-RU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8BE677-6D00-46EB-9969-3D942A658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16" y="2640206"/>
            <a:ext cx="8619883" cy="32808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C42015-5FC7-48B7-BA42-1F4D3520E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358" y="5472953"/>
            <a:ext cx="4382112" cy="9621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86DE2C-E1F7-447A-85E3-5323F269D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628" y="5435967"/>
            <a:ext cx="2867425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3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6873240" cy="1891553"/>
          </a:xfrm>
        </p:spPr>
        <p:txBody>
          <a:bodyPr/>
          <a:lstStyle/>
          <a:p>
            <a:r>
              <a:rPr lang="ru-RU" dirty="0"/>
              <a:t>Приложение использует многоуровневое консольное меню.</a:t>
            </a:r>
          </a:p>
          <a:p>
            <a:r>
              <a:rPr lang="ru-RU" dirty="0"/>
              <a:t>Реализован возврат между разделами программы.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13</a:t>
            </a:fld>
            <a:endParaRPr lang="ru-RU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B20F30-F3F7-4016-AB1D-267D58503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840" y="1380565"/>
            <a:ext cx="3918043" cy="509643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D7C31FD-7E5B-494F-9CE8-42017EF98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16" y="2926976"/>
            <a:ext cx="6572402" cy="20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2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9541" y="-147919"/>
            <a:ext cx="6051942" cy="16002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14</a:t>
            </a:fld>
            <a:endParaRPr lang="ru-RU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891AC04-9CB1-4AAC-9CEF-B31AA19F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63" y="1452281"/>
            <a:ext cx="4032249" cy="527778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2787292-9A80-4EE5-A90D-800B8FE4C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12" y="1697829"/>
            <a:ext cx="3724795" cy="470600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65ADE9-079C-48F5-87BD-ACB166F17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1697829"/>
            <a:ext cx="2886478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59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16" y="381000"/>
            <a:ext cx="10462577" cy="1600200"/>
          </a:xfrm>
        </p:spPr>
        <p:txBody>
          <a:bodyPr/>
          <a:lstStyle/>
          <a:p>
            <a:r>
              <a:rPr lang="ru-RU" dirty="0"/>
              <a:t>Итоги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3C383-6EBA-48E9-A70A-A12962F5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117" y="1981200"/>
            <a:ext cx="7141154" cy="3505200"/>
          </a:xfrm>
        </p:spPr>
        <p:txBody>
          <a:bodyPr>
            <a:normAutofit/>
          </a:bodyPr>
          <a:lstStyle/>
          <a:p>
            <a:r>
              <a:rPr lang="ru-RU" dirty="0"/>
              <a:t>В ходе выполнения проекта было разработано консольное приложение «Словарь».</a:t>
            </a:r>
          </a:p>
          <a:p>
            <a:r>
              <a:rPr lang="ru-RU" dirty="0"/>
              <a:t>Реализованы: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хранение словарей в файлах;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поиск переводов;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добавление нескольких переводов;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редактирование данных;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экспорт слов;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 система меню.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15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5671609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6FF9C-9D42-47CF-935A-1B0BAC79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11" y="1588807"/>
            <a:ext cx="10462577" cy="1600200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F20DB7-CAFC-4EA5-A1BC-0F749DB9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EEBD9-0623-40C4-8AE8-D7BF1EF7C55E}" type="slidenum">
              <a:rPr lang="ru-RU" sz="1800" smtClean="0"/>
              <a:t>16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5255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108</TotalTime>
  <Words>385</Words>
  <Application>Microsoft Office PowerPoint</Application>
  <PresentationFormat>Широкоэкранный</PresentationFormat>
  <Paragraphs>90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Century Gothic</vt:lpstr>
      <vt:lpstr>След самолета</vt:lpstr>
      <vt:lpstr>Разработка консольного приложения «Словари» на платформе Microsoft .NET</vt:lpstr>
      <vt:lpstr>Постановка задачи</vt:lpstr>
      <vt:lpstr>Постановка задачи. Схема «Структура работы приложения «Словарь»</vt:lpstr>
      <vt:lpstr>Архитектура проекта</vt:lpstr>
      <vt:lpstr>Модель данных словаря</vt:lpstr>
      <vt:lpstr>Добавление слов и переводов</vt:lpstr>
      <vt:lpstr>Поиск перевода</vt:lpstr>
      <vt:lpstr>Изменение и удаление данных</vt:lpstr>
      <vt:lpstr>Защита от удаления последнего перевода</vt:lpstr>
      <vt:lpstr>Работа с файлами</vt:lpstr>
      <vt:lpstr>Загрузка словаря из файла</vt:lpstr>
      <vt:lpstr>Экспорт слова в файл</vt:lpstr>
      <vt:lpstr>Пользовательский интерфейс</vt:lpstr>
      <vt:lpstr>Пользовательский интерфейс</vt:lpstr>
      <vt:lpstr>Итоги работы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консольного приложения «Словари» на платформе Microsoft .NET</dc:title>
  <dc:creator>Данила Самойлов</dc:creator>
  <cp:lastModifiedBy>Данила Самойлов</cp:lastModifiedBy>
  <cp:revision>9</cp:revision>
  <dcterms:created xsi:type="dcterms:W3CDTF">2026-06-14T16:39:51Z</dcterms:created>
  <dcterms:modified xsi:type="dcterms:W3CDTF">2026-06-14T20:13:38Z</dcterms:modified>
</cp:coreProperties>
</file>